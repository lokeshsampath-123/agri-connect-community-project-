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CSE-Artificial Intelligence &amp; Machine Learning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233022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8609-A98A-9DB7-F9E6-DD71B73C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E744-4F16-AB16-DDA3-CC5C491B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4F2A-A0F5-462A-B1D5-45ADC5AE6C5E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AC38-09FE-7208-D128-A2197A2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7E8606-96F4-B880-AF30-0C51589D8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6A8-1D4F-F059-0DFB-EE71066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61D-19CD-E770-288B-8FB741A1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62A8-FB7E-4CF4-AE0B-1836D97118EA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27E8-23A5-F915-61C5-AC94CD2C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44142-7547-0C57-B36F-46CAF270E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444-F448-26A9-5077-57C05FD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FB55-6FFB-24BF-FC26-16756F9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555F-2F27-45B3-8C9B-E0FE9428F05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6203-58FD-8CDB-1D75-2688B4B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5D761-2FED-7F99-3699-8A324DA6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09FA-ECA9-0D37-3075-3DFE51A0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40B-8D9A-3811-177F-61E7CFC6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015C5-18A8-469F-B68B-6A6C54345583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19C1-E836-3143-E8F6-83D3B2B4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407FB-5EAD-D102-C031-EE696336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B15C-BAE5-AEC8-6CE9-C41F378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5961-D989-CCB9-FD83-F855C7B0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71FD-1390-4BA0-9817-771C1FA4780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A722-16A3-7F28-8B33-145DDBD1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5ACBE-92F0-F66A-20B2-BAA526B7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C786-22BB-A884-8B53-DA269870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CDDA-2D40-BA62-8006-5B7536C1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B930-88B3-44D4-A202-6F4F8CAF65BF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E2F4-4D03-64AC-6C32-461FDD3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EFD5C-1004-C409-41F8-E5034B45A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CA9F-57F0-F61B-39F7-21618B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7C9E-6959-7DF2-0958-3377A79E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8817-4F34-43C2-AFBB-35605F3F6A14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76AD-1BA9-F95A-15CD-7AD191B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071DB-0521-6C96-24EB-B0E0C1F61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29C4-E906-5C86-8EDD-4C2E1CC8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CD8A-E1BD-594A-43F2-927C69F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E081-F1B4-4E58-B59A-DB5EA8636B00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2E1F-EF2A-2160-FDB2-EBCAAA8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0A72-4D8C-43BA-8FFD-E29248396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 System Design(cont.)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DB66-F142-AB58-0A08-67AF99A00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0D40-7F04-03A5-2DCE-D25BBBF6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F38D-1EB3-4DB2-A750-823A1A97BFA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9A0E-E589-F2DF-8882-F3F874F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20BEA-D4F0-01C9-E117-A16C3619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C6ED-3357-EFD8-4B15-44CFEF9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code</a:t>
            </a:r>
            <a:r>
              <a:rPr lang="en-IN" dirty="0"/>
              <a:t>: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snippet: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C39-8579-8CCB-38A6-30FF6BC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EC51-D8FE-429D-B538-6D42DB567EFC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8C94-0F26-D10A-70D2-DF88E6B3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C40E3-0616-FC5B-C382-57C8E7C12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(Full) / Screenshots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0008A-34B7-EA7B-EDFB-849962AAB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F299-9D72-47F9-8A7A-EFB8E8F8EF9B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307A-6D64-2169-AE94-D06854D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9FF7-21AD-45B9-11C8-B23CD9E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1F96-71CD-4CEB-A453-AFC903363AB7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FE67-A70E-70E3-3F46-A248886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CE34-F113-A962-A26F-C5CFD5FF5D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5A-F78E-0E9D-1B8F-9ED5228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DEE8-2712-97F8-0AA0-D407B46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BF22-2CB2-4164-AF8B-6A4D1059DC13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46F4-1131-9BC1-6D0A-6F9F279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C8C2-B765-3F27-69DF-415556C21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79-58CF-5340-6358-31F2F2D1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CB72-4075-D8FE-FA30-61E1E501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97835-E227-4A81-8A01-A516A9EB8CD9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ABC5-6C65-1409-EB69-E2FAC16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F3026-24E1-9526-6935-DA510D74B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DF7F-070E-7FCE-AA62-C1973947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8B5E-4483-07DB-81C8-839D380A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EFD1-43BA-46A2-BC19-C8E28D2B8CA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094-4C4F-2666-5C5E-3A8653E9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29E75-110B-7CF9-13A1-2358F4918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DFA1-988C-7F19-3A28-BB7F45AB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Author(s), “Title,”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Journal/Conference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vol., no., pp., year.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DOI/URL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3FE8-0932-BE50-70F2-DCCFB99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E5EE-CD67-42A0-9A9D-04CE4D439231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9A61-9870-D7FA-34D9-C5E639AC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3E415-325C-FD52-3C9D-49EB0FD08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C50-6FD8-DD5F-6FF5-BB9DD6B7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Queries/ Questions?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389F3-38E7-E345-6C1B-55E8D0E4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3B29-5F07-416A-A1AF-5804B2A9334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42DD-AAA8-D382-7575-AA032AC1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474F-C52C-F540-9F28-9B6115872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209</Words>
  <Application>Microsoft Office PowerPoint</Application>
  <PresentationFormat>Widescreen</PresentationFormat>
  <Paragraphs>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Vatekar</dc:creator>
  <cp:lastModifiedBy>Sushma Vatekar</cp:lastModifiedBy>
  <cp:revision>4</cp:revision>
  <dcterms:created xsi:type="dcterms:W3CDTF">2025-09-22T15:29:51Z</dcterms:created>
  <dcterms:modified xsi:type="dcterms:W3CDTF">2026-07-02T13:02:51Z</dcterms:modified>
</cp:coreProperties>
</file>